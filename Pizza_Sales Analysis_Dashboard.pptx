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25" d="100"/>
          <a:sy n="125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34cad17-ab73-4444-87b4-607311b6bade}">
  <we:reference id="WA200003233" version="2.0.0.3" store="en-GB" storeType="OMEX"/>
  <we:alternateReferences/>
  <we:properties>
    <we:property name="Microsoft.Office.CampaignId" value="&quot;none&quot;"/>
    <we:property name="reportUrl" value="&quot;/groups/me/reports/599b9b07-673e-42cd-8b74-23b3ad3a9289/1d3baf0536ffa28bac95?bookmarkGuid=2a49da66-28cd-4760-ba29-6d3359ed008a&amp;bookmarkUsage=1&amp;ctid=aab4897d-5f99-4439-b442-c204c65875b5&amp;fromEntryPoint=export&amp;pbi_source=storytelling_addin&quot;"/>
    <we:property name="reportState" value="&quot;CONNECTED&quot;"/>
    <we:property name="artifactViewState" value="&quot;live&quot;"/>
    <we:property name="reportEmbeddedTime" value="&quot;2026-10-08T03:41:40.965Z&quot;"/>
    <we:property name="creatorSessionId" value="&quot;c148190b-d724-497c-9324-1721392309ab&quot;"/>
    <we:property name="creatorUserId" value="&quot;10032004377FB117&quot;"/>
    <we:property name="creatorTenantId" value="&quot;aab4897d-5f99-4439-b442-c204c65875b5&quot;"/>
    <we:property name="pageDisplayName" value="&quot;Executice Overview&quot;"/>
    <we:property name="pageName" value="&quot;1d3baf0536ffa28bac95&quot;"/>
    <we:property name="reportName" value="&quot;Pizza_Sales_Analysis_2015&quot;"/>
    <we:property name="isVisualContainerHeaderHidden" value="false"/>
    <we:property name="isFiltersActionButtonVisible" value="true"/>
    <we:property name="initialStateBookmark" value="&quot;H4sIAAAAAAAAA+1aWVPjOBD+K5Rf5iW1ZcuHbN4gsFVbszAMoWYftqitltQGzThW1ke4Kv9927LDEQJhmWQIVHgIdrvV/akvtSzfOEqXowyuDmGIzraza8yPIRQ/tgKn5+Qd7cuXzwc7x5//Odw52CeyGVXa5KWzfeNUUJxh9U2XNWSNBCL+fdpzRgWWWIzxEC/aZ/Srhc50deVsV0WNPQey7AjOmgEpZCURRliUJodMX2M7pmxZJz0HL0eZKaDROqigwkbzmNjpnuB5v/kECmSlxzhAWXVUkQof3JAHgVRKMeErj9jKlsGCn8vSiLbq+yavQOekpqHJgHkhZ9JPAl/GEMuY+Q291PlZ1gG+G3tyNWoMV54D/SeDie+ktpEzmdB0mJu4UaRUlKoAU4zCKMaFsvSQrPVYFsauYixhoUyj2PVDP36BrAovK2EuH0uL3UiELBIi8rngnPGUL5Y2ImCHMNZnUJliDkI/4ClLROIGQvix9FDwRkaqs6ozrrjavxwVFDoUUK3MPnn5zBRakj7rfwqo1t03Tt9k9dBe7T+gD0xdSDzG1D7KKxtszp4e7jUh00A5KgxFmSWrKe3cXPQLpDvlbLuTU6I879JMS3w4S2eIlATNBQkFO4tRq0hj+9wo+xjtJG+cPzVNvJX9DbK6EftpF6sLxPwTYaK/0waZKRQWu1dW4J4uppHt9WbmvUx7TE6nmUTPvt/LFQu0tFiWqe/Uhgi4cSjShCGPExl5bhpj8GtD5EhfX8MsRtlquFqnONmjEcpcPAiUpTtskTVarzFQlNmJSkAwmSg/ZLFcA6+VtICsu8eeSG3206n9nEVWktvPKWzDxOfM9VM38N2QFjvmc1pvF64pYNHt1lVF+h8vKdJjtF5DGCQurXwe4+1ivL71oncLY0eNIZdEncVwgFDWBb4UxJR9BsOJqSDb+lqD5dsamEy9PZxjHGNevyorR3psqhMQ2Uzv8/IcWs1EnkymY3Ox0qorQq6CJOAxJhIUpKEXiIWxf2JGh2S/lsem/LR7JnP9XpihZe62AGUt/q2RVM5acjB9QNdfpxfPSWqi6vEMe07rWxuGHefwPufUBXeMZOwBZmTll1u2vbEgZkxqdzVE6lSnGpscIRVflhpRtwCGL4kl8pCzHVoPt5Nm96yzyI40/q9zbBBZ6+RKVx2iP2bM9D9Cc5EBLWqbmE+OvI2kbuVbTdnt4LzfGiezuqS8RLULRf8ciuqdlLr+tDYtr9xNQ4uo3XuJuzbLOddKYe60W4YImBvwBFIvhCBNEBK1KYOrLIOP9p3LKYOzrcqmGH6AYrio/1xZSXxlkL5uVm9SGBs692QqRBSAj8xz3ZSzNNwUv3dY/DY94Icqe2/QA6604K15DyjCJBEAIQ8iD3jEY2oEN2XwHW6FNz3gByyGb9YDrnRbvDY9YCzcyOPKFV7icu6BivjiA+nnX6tD6guZBq4n4zgJuet76P2kSJ5gHInUDSBEJmMpPW9xid68qZ8HZ31PzqTVPjdFf1VqzLwmt7E37xzP1FU5AolHkOOc8zyyKuQKVXf91Jme/WKl7UHGzYct2aJDwOY7ltvjv8nkP59YLTd1IwAA&quot;"/>
    <we:property name="bookmark" value="&quot;H4sIAAAAAAAAA+1YTW/bOBD9K4YuvRgLSaQkMrfG6W03m22KXhbGYkgOHbWyaEiUEyfwf9+RaHdrx1sXRdo4RX2wpOFwPt48kRw9RKZsFxWsLmGO0Vl07tzHOTQfRzwaR3WQSYwhVxCzTGRapplgqaJRt/Clq9vo7CHy0MzQvy/bDqreEAn/no6jRYMtNku8xNswRv+lKqvSr6Iz33Q4jqCqrmDWT7BQtSRYYNO6GqryHsOcNqiuxxHeLSrXQO/12oPH3vOS1OmZokx+YxQUaF8u8Rq130gNU2DjjOXWQioUaJmRWhsUhuAPqvSmB/cTV3soa3LTy7gopNUpL1iqLSki5LyXt2U9qzYB/zf33WrR49feAF0JMPWB3PZ21mtKh0GqtZaKxSK3ibBSK3bUVjkntB7bUkJkwJgwGcQ60XmWIh615fHOK3f32JrIMgmmSGSSGMO45kmWHbW2oMAuYVnOwLvmsU2iEJcmLWyuhElRFomRvQ1bVn4Drlq9uVs0RB0iVLA5oSrPXFNq8jfUnwgVyv0QTVzVzYe7Nzvya9c1Gt+iHYZqP5AtuijnFz1l+lCuGkcsG8RmK7txt5MG6clEZ/F6SpIvl7QqNe5mGc2RXoL+hozCkMUiOCoxjDszDOOQ5EP0e0mJB9vvoep6s6/O0d8i1q8oJvpN+8hcY7A5Xw0GL8pmy+xkvJf3U+Kxnm7fJBr78Nm7MgTaDrE8pb/pQBEsmOLAjeRopRGFSsH8WIpclff3sB+jDh5Wp8STC5ph3O0OUZ68YMfQCFXTcQZWAjJW6JgjoDiJqrW0gfyq2GdIhGoJnludG5uLXMo4yzAujm8UMER33nlP/h/vPUpAFuepRF7wPM15Lo4T4LVZQq2pJvvV/wOh7Rr82qS36ns5v3MeqtFbXGLdfRMNNDRmM7ST8P+ux+n+evx9EgnEwRyQ50WRaFXEiq50hDgNyP/s0WlfPuKf8giAx4lUJuWZyjKdYJFqhicC+F8dDHqja1eZl4/7fjoBfiK4zCXXttBMizwHKdLnhv81tR505A1MGYV1/gXDfzidAL8Aq4D6I2NEIoyQcZGyU4F/2PLaEYlD6D9DDQ7ktFn3VWqZAc1skmYx4wnTx5uoZ95qxz+um5tTr37zz/DV4htYUFGXP7mBxu+T4OAxbbI9Bz9ZL7QTfTitAUda71QcJ0bJRCfCJngCZ+svdETjU6Hd0XIbV3f+YL2f+4T3XRj3Nc3cwLlDfY/rfLsAjVdQ44H+h+oLtUFzpAcavvB9an/W638B2iErXnwUAAA=&quot;"/>
    <we:property name="datasetId" value="&quot;3648fc12-f3e0-4e16-8867-1b40956cf2fc&quot;"/>
    <we:property name="embedUrl" value="&quot;/reportEmbed?reportId=599b9b07-673e-42cd-8b74-23b3ad3a9289&amp;config=eyJjbHVzdGVyVXJsIjoiaHR0cHM6Ly9XQUJJLUFVU1RSQUxJQS1FQVNULUItUFJJTUFSWS1yZWRpcmVjdC5hbmFseXNpcy53aW5kb3dzLm5ldCIsImVtYmVkRmVhdHVyZXMiOnsidXNhZ2VNZXRyaWNzVk5leHQiOnRydWV9fQ%3D%3D&amp;disableSensitivityBanner=true&amp;storytellingChangeViewModeShortcutKeys=true&quot;"/>
    <we:property name="backgroundColor" value="&quot;#F7F7F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Van Anh Dinh</cp:lastModifiedBy>
  <cp:revision>3</cp:revision>
  <dcterms:created xsi:type="dcterms:W3CDTF">2018-06-07T21:39:02Z</dcterms:created>
  <dcterms:modified xsi:type="dcterms:W3CDTF">2026-10-08T03:42:23Z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